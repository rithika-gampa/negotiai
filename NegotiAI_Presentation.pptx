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1F6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Negoti</a:t>
            </a:r>
            <a:pPr indent="0" marL="0">
              <a:buNone/>
            </a:pPr>
            <a:r>
              <a:rPr lang="en-US" sz="6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1F6F5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seller gets an always-on AI agent that negotiates bulk deals for them —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1F6F5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price rules they set once.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Quote &amp; Negotiation Marketplace  ·  Theme 3: Commerce &amp; Customer Growth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3 — Commerce &amp; Customer Growth: B2B Digital Sales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72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"Businesses struggle to handle quotations, bulk orders, negotiations, and procurement digitally."</a:t>
            </a:r>
            <a:endParaRPr lang="en-US" sz="2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017520"/>
          <a:ext cx="10424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04672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7D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41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back-and-forth over email/WhatsApp for every bulk order quote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7D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Negotiations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41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structured, auditable way to negotiate price at scale — it's ad hoc and slow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7D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orders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41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discounts are inconsistently applied, hard to track per buyer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7D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41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single system connecting RFQ → negotiation → invoice → payment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NegotiAI — a multi-seller marketplace where every product quote is negotiable in plain language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424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browse any seller's catalog and get an instant, itemized quote (bulk-tier discounts applied automatically)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per-seller AI agent negotiates on the seller's behalf — countering, accepting, or escalating — but can never go outside the seller's own min-margin / max-discount rules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lifecycle is digital and auditable: RFQ → negotiation → confirmation → invoice → payment tracking → per-buyer ledger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any kind of goods — the same negotiation engine powers stationery, grocery, electricals, furniture, textiles, food service, and packaging storefronts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 — Buyer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buyer needs to find, negotiate, and close a bulk order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4241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with a category rail and trust-tiered shop badges (New / Verified / Top Negotiator)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itemized quotes with bulk-discount tiers applied automatically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Out-of-stock waitlist with a back-in-stock notification the moment it's restocked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hub — one place for every quote, one-click opener chips, a live savings tracker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Orders — kanban tracker plus a confirmed-orders table with invoice / reorder / message actions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floating AI help chatbot for quick questions about quotes, negotiation, or invoices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 — Seller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seller needs to set the rules and watch the agent work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4241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Setup — per-product catalog and category, AI-generated shop description, negotiation rules (min margin, max discount, bulk tiers, payment terms)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Pipeline — kanban with new-order alerts, stale-lead flags, overdue-payment flags, and full negotiation transcripts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Deal Intelligence — win rate, margin protected, average exchanges to close, deal funnel, most-negotiated product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— collected revenue, outstanding dues, pipeline value, collection-rate gauge, per-buyer ledger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— timestamped compliance trail of every lifecycle event, exportable as CSV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embedded 'Ask AI' analyst that answers questions grounded in the seller's own real numbers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6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Negotiation Agent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safe to leave running unattended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1F3346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8424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Hard-bounded by rules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13432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1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approves a discount or term outside the seller's min-margin / max-discount / bulk-tier settings — a deal below the floor is impossible, not just discouraged.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87452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1F3346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98424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overshoots the ask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46520" y="2313432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1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buyer requests 10% off, the agent won't unprompted jump to a 12% max — it matches or moves toward the actual number requested, protecting margin.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1F3346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49300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guardrails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822192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1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acceptances ("ok", "deal") and bare-number offers that already meet the quote are resolved in code, not left to a model's arithmetic.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338328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1F3346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49300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Privacy-aware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46520" y="3822192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1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Personalizes replies with the buyer's name, but is explicitly instructed to never disclose contact details, credentials, or any other party's data.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89204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1F3346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00176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Multi-provider fallback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5330952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1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Tries a primary LLM provider, then falls back through backups (Groq / Gemini / Anthropic / xAI) with a 12s timeout — one outage doesn't kill negotiations.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489204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1F3346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500176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5330952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1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Collapsed from 11-18 sequential DB round trips per turn down to one read + one write — real measured replies dropped from ~6s to ~2-3s.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Beyond Negotiation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multi-provider LLM client powers three more assistants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4241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description generator — drafts a one-line shop description from the seller's actual catalog (Seller Setup); the seller reviews and edits before saving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"Ask AI" panel (AI Insights) — an embedded analyst grounded in the seller's real win rate, rules, revenue, ledger, and audit log; refuses to answer beyond what the data shows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help chatbot (floating, bottom-right) — explains how quotes/negotiation/invoices work and answers questions about the buyer's own orders, grounded in their real deal data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424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4124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7D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+ Express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7D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— accounts, products, rules, deals, messages, audit log, and sessions (connect-pg-simple), all persisting across restarts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7D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Cookie sessions + bcrypt password hashing; role checks enforced server-side on every route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7D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React, hand-written as a single app.jsx, precompiled to plain JS at startup — no client bundler, no CDN (React vendored locally)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7D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Multi-provider fallback client — Groq / Gemini / Anthropic / xAI — used for negotiation, shop descriptions, and both Ask-AI assistants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7D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nodemailer for optional real delivery of password-reset tokens; demo-mode fallback if unconfigured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 Path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minutes, reviewer-ready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9202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as a buyer → browse the marketplace (try the category rail) → open a shop → request a quote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88036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Negotiate → click a suggestion chip → send → watch the agent counter with visible reasoning → accept &amp; confirm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388620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886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384048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as that seller (demo123) → Pipeline → open the Negotiation transcript → invoice the deal → mark it paid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22960" y="484632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480060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AI Insights (ask the AI a question about your own numbers), Finance, and the Audit Log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Scope Notes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real, what's simplified for the demo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4241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Mobile/email OTP verification is intentionally disabled for the demo — signup logs in immediately; the OTP infrastructure is intact and dormant, ready to re-enable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badges (New / Verified / Top Negotiator) are computed from real completed-deal counts, not fabricated — seeded demo sellers are force-verified for convenience only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"Mark as paid" is a manual seller action, not a payment-gateway integration — it drives the ledger and revenue numbers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33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New-order, message, and back-in-stock updates use lightweight polling, not websockets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46888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F6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Negoti</a:t>
            </a:r>
            <a:pPr indent="0" marL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5204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6F5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code · Live demo · Full README available in the repository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2026-07-18T05:29:28Z</dcterms:created>
  <dcterms:modified xsi:type="dcterms:W3CDTF">2026-07-18T05:29:28Z</dcterms:modified>
</cp:coreProperties>
</file>